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CB71-E9A8-D93F-A5EF-EAB58B370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8A0DC-E2C1-131B-EEBC-54FD2DB8E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76BB2-3591-278C-EBBF-3278057E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90A9F-956F-F2DD-2EC0-F13C9BB9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58985-5C67-81FE-9F4B-D8D3D162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8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AD70-4542-BA3A-3DFA-CDAB6A22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AE2F-B326-F20C-8892-C2CFCB74A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F5CD1-76A9-E467-A7ED-B66D837F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1D1A0-E6DF-58A8-40F7-4DC01A4F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9FF6D-3CF5-FF3A-AA67-563D8F7E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93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7CBF-262F-F9DE-7E70-F40F3B8C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35639-A507-E41E-FEBC-63D58DD0F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E0576-EBD0-A85C-0076-9DB8A19D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55A2-5312-DCAA-47AD-95B090B9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5A624-AC9D-768D-1F15-2DF405C9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1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901E-C7A2-BF19-F01F-E0F6490E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949B-6809-1A94-DFE3-FAD99E643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848C3-B70A-BAD3-86EC-D6A8C4059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C7AF1-7A7E-D176-607B-1D991927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DFF11-9A20-12D5-38D5-A38CAACF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EF731-95E0-4F05-7737-1F6FCB41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7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540E-9171-AD20-1819-A68B8DCF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C85E7-8D6D-694C-FC34-5DC33F61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9BEC8-81DA-4F03-F9E9-1BC5E44BF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89C16-F8DD-289D-F415-33DF77E37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587AF-2B92-B833-79FF-C9F8D8F7A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FF5BD1-AC08-1118-7A0F-63F5E405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E1CE0-5199-369D-CD4F-A5BB98EC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16871-9A29-61EB-1853-AF8CC099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6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A23F-5429-DED3-8A28-6E77DEF6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73960-BDC6-C9D6-A836-456EC58F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8E666-6D0B-B2F9-1822-290DDCF8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89469-01A2-98CE-16E6-B9D2A556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1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324A7-CE99-43BE-0E30-7B9DD0BB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02315-6C08-D8DE-9FD1-FCC00F51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1C953-F8DD-7B34-A3B5-E43BF029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9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BF4C-616D-A81C-5DF1-58CAAA87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D772C-6CC2-B992-317E-E79E9FC8B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4CF84-91A7-697C-D5C1-430DBEBE4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42211-16F3-92C5-1A47-F9BED4A3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AF6B3-2170-BD77-5CB4-77042964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0E397-0644-C193-AA23-F68CB3E8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7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EF88-61E7-BBCF-C79D-CAB729093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0AB3A-9316-600D-26DD-7D6444910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2ED6D-A1BE-B284-0891-70F93F356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18DA9-BF52-E4B4-BC84-2ECFBEAE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AEF1D-8F9E-0F13-8586-AA226146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63516-D95B-FD8C-5A20-531BB013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1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092C6-B8E2-B9AD-4172-C5FFB27B3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C335D-6986-086C-2971-E43F4B0C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C4C1C-F074-F015-CF01-05C45F77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B00D6-4519-2776-7C31-9D5B75D2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C640-BB54-C584-4D88-08457BC3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9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0C8E24-92D4-A1AA-6F9B-7D02079A3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DECA0-BBA9-AAD8-3FF6-FA46EDC14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530C9-B09F-F539-A222-5F38BE41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FA8CA-1C52-6ACB-EF1A-D7B3E173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33007-2F83-3655-85C3-58318117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8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3915FB-3A26-1D4F-9039-0EFC5FDD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EA279-5B7F-05F2-378D-C35EEF9B7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0CE0-2631-3620-ED9A-CB4DF54EF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EA0D9-DD17-4CC8-AD39-02D21BBEB96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A8C61-338E-D0D5-D446-684C8546E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E0197-3B13-9F28-31BB-D48EA3FEA2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DA6D5-EEC6-4509-832D-568EAE429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20C1BB-543C-AC9B-76D1-C16487664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971" y="1260211"/>
            <a:ext cx="6401016" cy="41149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1E7DB9-4CDC-F388-8A98-C9F7FE99C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809" y="1260212"/>
            <a:ext cx="6401016" cy="411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4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Momen</dc:creator>
  <cp:lastModifiedBy>Ali Momen</cp:lastModifiedBy>
  <cp:revision>1</cp:revision>
  <dcterms:created xsi:type="dcterms:W3CDTF">2026-05-11T21:41:59Z</dcterms:created>
  <dcterms:modified xsi:type="dcterms:W3CDTF">2026-05-14T04:40:49Z</dcterms:modified>
</cp:coreProperties>
</file>